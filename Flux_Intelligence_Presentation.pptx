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Relationship Id="rId19" Type="http://schemas.openxmlformats.org/officeDocument/2006/relationships/slide" Target="slides/slide12.xml"/>
<Relationship Id="rId20" Type="http://schemas.openxmlformats.org/officeDocument/2006/relationships/slide" Target="slides/slide13.xml"/>
<Relationship Id="rId21" Type="http://schemas.openxmlformats.org/officeDocument/2006/relationships/slide" Target="slides/slide14.xml"/>
<Relationship Id="rId22" Type="http://schemas.openxmlformats.org/officeDocument/2006/relationships/slide" Target="slides/slide15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930a63f18a736beeea415e82334618c257765000.png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ec9cc9efe64235e18e4d59a7a4b55ebb0d2a1033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f09650939f742247b2f9aa0470c7b59b98e4e81e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d584c8c678824628c8c50be037c89d66df5d53de.png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c8d0f0e082b0c26b61c4f4308a2e160f2bb317da.png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8bdddf057dbd9a0c484022e2a01aa0325c503dc1.png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c7c71017a0eb27f5b0ee3159df544d10da13ec21.png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ca10cf6ed9d88f3f416b9f0f5e4041fd1e82297b.png"/>
</Relationships>

</file>

<file path=ppt/slides/_rels/slide1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9f2bc3735ed62358778b4d8a2671561077854184.png"/>
</Relationships>

</file>

<file path=ppt/slides/_rels/slide1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b4abe4550ecaee029e8fae1b27cc346b4d921a5b.png"/>
</Relationships>

</file>

<file path=ppt/slides/_rels/slide1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Relationship Id="rId3" Type="http://schemas.openxmlformats.org/officeDocument/2006/relationships/image" Target="../media/e852ab96856e7b1a0d61163c4cc61fffe3b4d247.png"/>
</Relationships>

</file>

<file path=ppt/slides/_rels/slide1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5edfe5258c3511fff555eed1311a4bcf15a418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1371600"/>
            <a:ext cx="8229600" cy="1371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Flux Hyperlocal Delivery
Intelligence Platform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92608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1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Data Warehousing &amp; Mining Analytics Project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457200" y="411480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Team Flux | Adarsh Dubey (0117) | Roshan Binoj (0009) | Mohammed Siraj (0132) | Hafiz (0006)
Generated: 2026-03-17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🎯  Problem Statement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40080" y="1188720"/>
            <a:ext cx="7863840" cy="5303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Hyperlocal delivery platforms face continuous operational challenges: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Fluctuating demand, traffic congestion, adverse weather, festival surges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Rider availability issues &amp; inventory shortages impact delivery times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Raw datasets are fragmented across multiple sources, not structured for analysis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Decision-makers lack an integrated BI system for real-time monitoring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GOAL: Design an end-to-end analytics platform that transforms raw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supply-chain and customer-experience data into actionable insights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through data warehousing, data mining, and BI visualization.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💡  Solution &amp; Objectives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40080" y="1188720"/>
            <a:ext cx="7863840" cy="5303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Star-schema data warehouse for hyperlocal delivery operations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ETL pipeline in R to clean, transform, and integrate raw datasets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OLAP analysis: delivery performance across cities, time, traffic, weather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Predictive models to classify delayed vs on-time deliveries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Clustering to segment agents, customers, and cities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Association-rule mining for service-quality patterns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Outlier analysis for anomalous / suspicious delivery records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Interactive dashboards for executive decision support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Technologies: R, SQLite, tidyverse, caret, arules, ggplot2, plotly, Power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📊  Executive Summary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40080" y="1188720"/>
            <a:ext cx="7863840" cy="5303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Total Orders Analyzed: 100 across 5 cities (Mumbai, Kolkata, Delhi, Bangalore, Chennai)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Overall Delay Rate: 47% | Complaint Rate: 26%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Best Classification Model: Decision Tree (78.9% accuracy)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Anomalies Detected: 5 suspicious delivery records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Association Rules Discovered: 45 actionable patterns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Key Finding: The primary predictor of customer complaints is traffic_level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Clustering Insight: Cluster 1 has been identified as the highest-risk segment for delivery delays.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📈  Platform Overview: Delivery Trend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Shows daily order volume over the analysis period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Visible peaks and troughs indicate demand patterns (weekday vs weekend)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47% delay rate highlights logistics optimization as critical priority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Sudden dips may indicate weather disruptions or supply shortages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🏗  Data Warehouse: Star Schema Architecture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Central fact tables: fact_delivery &amp; fact_review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3 dimension tables: dim_time, dim_city, dim_agent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Enables efficient OLAP operations (roll-up, drill-down, slice, dice)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Supports temporal, geographic, and agent-level multi-dimensional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🔍  OLAP: Roll-up / Drill-down Analysis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Roll-up aggregation: Average delivery time at city level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FINDING: Bangalore = fastest delivery | Chennai = slowest delivery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City-specific logistics strategies needed, not one-size-fits-all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Drill-down to agent level reveals individual performance bottlenecks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🧊  Multi-dimensional &amp; Slice/Pick Analysis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Scatter: Distance vs Delivery Time, colored by delay status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Positive correlation exists, but delays occur even at short distances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Factors OTHER than distance (traffic, weather) are key delay drivers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Slice &amp; Pick enables dynamic filtering by traffic level and weather impact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🧹  Data Preprocessing: PCA &amp; Discretization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PCA reduces multi-dimensional features into 2 interpretable components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Weather categories overlap in PCA space - not clearly separable alone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Dimensionality reduction is essential before clustering/classification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Discretization: High Value (47%) | Medium Value (32%) | Low Value (21%)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🧠  Classification: Model Performance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Three models compared: Decision Tree, Naive Bayes, SVM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Best model: Decision Tree at 78.9% accuracy for complaint prediction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Non-linear boundaries (DT/SVM) outperform Naive Bayes assumptions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Deploying the best model enables proactive customer complaint prevention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🌳  Decision Tree: Complaint Prediction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traffic_level is the ROOT predictor - most important feature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High traffic -&gt; delays -&gt; higher complaint probability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Provides interpretable business rules for operational alerts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Rule: IF traffic=high AND distance&gt;threshold THEN proactively notify customer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📊  Cluster &amp; Outlier Analysis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K-Means reveals natural delivery behavior segments (K=3)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Cluster 1 identified as highest-risk for delivery delays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Outlier Detection: 5 anomalous deliveries flagged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Segmented strategies for each cluster + automated outlier alerts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🔗  Association Rule Mining (Apriori)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45 association rules discovered from delivery and review data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Key: {no discount} =&gt; {low rating} - discounts critical for satisfaction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Key: {low availability} =&gt; {low rating} - agent scheduling matters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Implement targeted discounts &amp; improve peak-hour agent scheduling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🌐  Text Mining &amp; Web Mining Intelligence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384048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57200" y="5029200"/>
            <a:ext cx="8229600" cy="18288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TF-IDF reveals top customer review keywords: speed, food quality, service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Web Mining: 'fast delivery' and 'cheap food' dominate search trends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INFERENCE: Speed and price are PRIMARY customer concerns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'Late night snack' searches highlight demand for extended service hours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9144000" cy="9144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1ABC9C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🏆  Conclusion &amp; Recommendations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40080" y="1188720"/>
            <a:ext cx="7863840" cy="53035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1. TRAFFIC MANAGEMENT: #1 predictor of complaints - implement dynamic routing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2. CITY-SPECIFIC: Deploy localized optimization per-city, not uniform policies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3. DISCOUNT STRATEGY: No-discount =&gt; low rating; targeted discounts boost satisfaction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4. AGENT SCHEDULING: Use clustering insights to predict demand spikes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5. PROACTIVE ALERTS: Deploy Decision Tree model for real-time complaint prediction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6. EXTENDED HOURS: Web mining reveals 'late night' demand opportunity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This system helps companies reduce delays, save costs, and improve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ECF0F1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 customer experience through data-driven decision-making.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2026-03-17T10:55:41Z</dcterms:modified>
  <cp:category/>
</cp:coreProperties>
</file>